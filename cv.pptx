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05" r:id="rId2"/>
    <p:sldId id="286" r:id="rId3"/>
    <p:sldId id="285" r:id="rId4"/>
    <p:sldId id="290" r:id="rId5"/>
    <p:sldId id="289" r:id="rId6"/>
    <p:sldId id="292" r:id="rId7"/>
    <p:sldId id="293" r:id="rId8"/>
    <p:sldId id="294" r:id="rId9"/>
    <p:sldId id="304" r:id="rId10"/>
    <p:sldId id="302" r:id="rId11"/>
    <p:sldId id="300" r:id="rId12"/>
    <p:sldId id="298" r:id="rId13"/>
    <p:sldId id="295" r:id="rId14"/>
    <p:sldId id="299" r:id="rId15"/>
    <p:sldId id="287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85D"/>
    <a:srgbClr val="2D3E50"/>
    <a:srgbClr val="294E55"/>
    <a:srgbClr val="40404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7739" autoAdjust="0"/>
  </p:normalViewPr>
  <p:slideViewPr>
    <p:cSldViewPr snapToGrid="0" showGuides="1">
      <p:cViewPr>
        <p:scale>
          <a:sx n="100" d="100"/>
          <a:sy n="100" d="100"/>
        </p:scale>
        <p:origin x="1176" y="-3354"/>
      </p:cViewPr>
      <p:guideLst>
        <p:guide orient="horz" pos="312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D1F6E-6111-44CF-B75E-0920E3FA3545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AA2F3-128E-49B7-B26F-A0C0072B5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5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35A7-4900-AC32-1F5E-1FDD2D5E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979AE-0D2D-5EAD-BF17-8A3CAF3F33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AD6E3-5E53-1D9D-9F2B-8DEF06604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CDAAC-8055-151C-73C2-612D678BA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16160-EAAB-42DA-81FB-BDD86292C248}" type="slidenum">
              <a:rPr lang="ar-MA" smtClean="0"/>
              <a:t>1</a:t>
            </a:fld>
            <a:endParaRPr lang="ar-MA"/>
          </a:p>
        </p:txBody>
      </p:sp>
    </p:spTree>
    <p:extLst>
      <p:ext uri="{BB962C8B-B14F-4D97-AF65-F5344CB8AC3E}">
        <p14:creationId xmlns:p14="http://schemas.microsoft.com/office/powerpoint/2010/main" val="315511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83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49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6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5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8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4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55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62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7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08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9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1460D-2539-4190-BA2C-3DE6D03F14B7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F0782-8FBD-4B07-8001-087977405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6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y.my.id/" TargetMode="External"/><Relationship Id="rId7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d.linkedin.com/in/fayoverlay" TargetMode="External"/><Relationship Id="rId5" Type="http://schemas.openxmlformats.org/officeDocument/2006/relationships/hyperlink" Target="http://www.fay.my.id/cv.pdf" TargetMode="External"/><Relationship Id="rId4" Type="http://schemas.openxmlformats.org/officeDocument/2006/relationships/hyperlink" Target="http://www.karyamarketing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6DBD-5CE5-9675-12BE-909A1423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FCCD4A0E-6813-FEE9-166A-BBDEC59A80E7}"/>
              </a:ext>
            </a:extLst>
          </p:cNvPr>
          <p:cNvSpPr/>
          <p:nvPr/>
        </p:nvSpPr>
        <p:spPr>
          <a:xfrm>
            <a:off x="-9104" y="-10943"/>
            <a:ext cx="6876610" cy="2476230"/>
          </a:xfrm>
          <a:prstGeom prst="rect">
            <a:avLst/>
          </a:prstGeom>
          <a:solidFill>
            <a:srgbClr val="2D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A58E4B4-E1C4-1FDD-8EAC-2A522A94DF43}"/>
              </a:ext>
            </a:extLst>
          </p:cNvPr>
          <p:cNvSpPr/>
          <p:nvPr/>
        </p:nvSpPr>
        <p:spPr>
          <a:xfrm>
            <a:off x="2236459" y="635831"/>
            <a:ext cx="2192758" cy="17440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19BCF23-F973-631F-FB01-3D7748C6D44F}"/>
              </a:ext>
            </a:extLst>
          </p:cNvPr>
          <p:cNvSpPr/>
          <p:nvPr/>
        </p:nvSpPr>
        <p:spPr>
          <a:xfrm>
            <a:off x="-9104" y="9688611"/>
            <a:ext cx="6867105" cy="219604"/>
          </a:xfrm>
          <a:prstGeom prst="rect">
            <a:avLst/>
          </a:prstGeom>
          <a:solidFill>
            <a:srgbClr val="2D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030F93-E7D8-B9CB-1A96-18BCD3DF6370}"/>
              </a:ext>
            </a:extLst>
          </p:cNvPr>
          <p:cNvSpPr/>
          <p:nvPr/>
        </p:nvSpPr>
        <p:spPr>
          <a:xfrm>
            <a:off x="4831898" y="1576046"/>
            <a:ext cx="1631857" cy="15658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1">
              <a:lnSpc>
                <a:spcPct val="107000"/>
              </a:lnSpc>
              <a:spcAft>
                <a:spcPts val="684"/>
              </a:spcAft>
            </a:pPr>
            <a:r>
              <a:rPr lang="fr-MA" sz="1000" i="1" err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Bogor</a:t>
            </a:r>
            <a:r>
              <a:rPr lang="fr-MA" sz="1000" i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Jawa Barat, </a:t>
            </a:r>
            <a:r>
              <a:rPr lang="fr-MA" sz="1000" i="1" err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Indonesia</a:t>
            </a:r>
            <a:endParaRPr lang="fr-FR" sz="1000" i="1">
              <a:solidFill>
                <a:schemeClr val="bg1">
                  <a:lumMod val="8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FE8CE99-F77C-C2A9-EA6F-3902EB1965E0}"/>
              </a:ext>
            </a:extLst>
          </p:cNvPr>
          <p:cNvSpPr/>
          <p:nvPr/>
        </p:nvSpPr>
        <p:spPr>
          <a:xfrm>
            <a:off x="4831900" y="1066046"/>
            <a:ext cx="1107676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i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+62-857-1000-2811</a:t>
            </a:r>
            <a:endParaRPr lang="en-US" sz="1050" i="1">
              <a:solidFill>
                <a:schemeClr val="bg1">
                  <a:lumMod val="8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E3D11E2-6AE3-9F62-5080-EC1EF1815E8E}"/>
              </a:ext>
            </a:extLst>
          </p:cNvPr>
          <p:cNvSpPr/>
          <p:nvPr/>
        </p:nvSpPr>
        <p:spPr>
          <a:xfrm>
            <a:off x="4831900" y="1319214"/>
            <a:ext cx="1752083" cy="1538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i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achmadripai.skom@gmail.com</a:t>
            </a:r>
            <a:endParaRPr lang="fr-FR" sz="1000" i="1">
              <a:solidFill>
                <a:schemeClr val="bg1">
                  <a:lumMod val="8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2" name="شكل حر 78">
            <a:extLst>
              <a:ext uri="{FF2B5EF4-FFF2-40B4-BE49-F238E27FC236}">
                <a16:creationId xmlns:a16="http://schemas.microsoft.com/office/drawing/2014/main" id="{7CB5FB8C-87E3-7CD9-00DA-63820D5832C4}"/>
              </a:ext>
            </a:extLst>
          </p:cNvPr>
          <p:cNvSpPr>
            <a:spLocks noChangeAspect="1"/>
          </p:cNvSpPr>
          <p:nvPr/>
        </p:nvSpPr>
        <p:spPr>
          <a:xfrm>
            <a:off x="4542896" y="1550382"/>
            <a:ext cx="131694" cy="198858"/>
          </a:xfrm>
          <a:custGeom>
            <a:avLst/>
            <a:gdLst>
              <a:gd name="connsiteX0" fmla="*/ 1316986 w 2647950"/>
              <a:gd name="connsiteY0" fmla="*/ 704850 h 3976070"/>
              <a:gd name="connsiteX1" fmla="*/ 776597 w 2647950"/>
              <a:gd name="connsiteY1" fmla="*/ 1245239 h 3976070"/>
              <a:gd name="connsiteX2" fmla="*/ 1316986 w 2647950"/>
              <a:gd name="connsiteY2" fmla="*/ 1785628 h 3976070"/>
              <a:gd name="connsiteX3" fmla="*/ 1857375 w 2647950"/>
              <a:gd name="connsiteY3" fmla="*/ 1245239 h 3976070"/>
              <a:gd name="connsiteX4" fmla="*/ 1316986 w 2647950"/>
              <a:gd name="connsiteY4" fmla="*/ 704850 h 3976070"/>
              <a:gd name="connsiteX5" fmla="*/ 1323975 w 2647950"/>
              <a:gd name="connsiteY5" fmla="*/ 0 h 3976070"/>
              <a:gd name="connsiteX6" fmla="*/ 2647950 w 2647950"/>
              <a:gd name="connsiteY6" fmla="*/ 1323975 h 3976070"/>
              <a:gd name="connsiteX7" fmla="*/ 2421836 w 2647950"/>
              <a:gd name="connsiteY7" fmla="*/ 2064222 h 3976070"/>
              <a:gd name="connsiteX8" fmla="*/ 2358543 w 2647950"/>
              <a:gd name="connsiteY8" fmla="*/ 2148863 h 3976070"/>
              <a:gd name="connsiteX9" fmla="*/ 1334733 w 2647950"/>
              <a:gd name="connsiteY9" fmla="*/ 3976070 h 3976070"/>
              <a:gd name="connsiteX10" fmla="*/ 273757 w 2647950"/>
              <a:gd name="connsiteY10" fmla="*/ 2127934 h 3976070"/>
              <a:gd name="connsiteX11" fmla="*/ 226114 w 2647950"/>
              <a:gd name="connsiteY11" fmla="*/ 2064222 h 3976070"/>
              <a:gd name="connsiteX12" fmla="*/ 0 w 2647950"/>
              <a:gd name="connsiteY12" fmla="*/ 1323975 h 3976070"/>
              <a:gd name="connsiteX13" fmla="*/ 1323975 w 2647950"/>
              <a:gd name="connsiteY13" fmla="*/ 0 h 3976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47950" h="3976070">
                <a:moveTo>
                  <a:pt x="1316986" y="704850"/>
                </a:moveTo>
                <a:cubicBezTo>
                  <a:pt x="1018537" y="704850"/>
                  <a:pt x="776597" y="946790"/>
                  <a:pt x="776597" y="1245239"/>
                </a:cubicBezTo>
                <a:cubicBezTo>
                  <a:pt x="776597" y="1543688"/>
                  <a:pt x="1018537" y="1785628"/>
                  <a:pt x="1316986" y="1785628"/>
                </a:cubicBezTo>
                <a:cubicBezTo>
                  <a:pt x="1615435" y="1785628"/>
                  <a:pt x="1857375" y="1543688"/>
                  <a:pt x="1857375" y="1245239"/>
                </a:cubicBezTo>
                <a:cubicBezTo>
                  <a:pt x="1857375" y="946790"/>
                  <a:pt x="1615435" y="704850"/>
                  <a:pt x="1316986" y="704850"/>
                </a:cubicBezTo>
                <a:close/>
                <a:moveTo>
                  <a:pt x="1323975" y="0"/>
                </a:moveTo>
                <a:cubicBezTo>
                  <a:pt x="2055186" y="0"/>
                  <a:pt x="2647950" y="592764"/>
                  <a:pt x="2647950" y="1323975"/>
                </a:cubicBezTo>
                <a:cubicBezTo>
                  <a:pt x="2647950" y="1598179"/>
                  <a:pt x="2564593" y="1852914"/>
                  <a:pt x="2421836" y="2064222"/>
                </a:cubicBezTo>
                <a:lnTo>
                  <a:pt x="2358543" y="2148863"/>
                </a:lnTo>
                <a:lnTo>
                  <a:pt x="1334733" y="3976070"/>
                </a:lnTo>
                <a:lnTo>
                  <a:pt x="273757" y="2127934"/>
                </a:lnTo>
                <a:lnTo>
                  <a:pt x="226114" y="2064222"/>
                </a:lnTo>
                <a:cubicBezTo>
                  <a:pt x="83358" y="1852914"/>
                  <a:pt x="0" y="1598179"/>
                  <a:pt x="0" y="1323975"/>
                </a:cubicBezTo>
                <a:cubicBezTo>
                  <a:pt x="0" y="592764"/>
                  <a:pt x="592764" y="0"/>
                  <a:pt x="132397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793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MA" sz="2800">
              <a:solidFill>
                <a:schemeClr val="bg1"/>
              </a:solidFill>
            </a:endParaRPr>
          </a:p>
        </p:txBody>
      </p:sp>
      <p:sp>
        <p:nvSpPr>
          <p:cNvPr id="93" name="شكل حر 85">
            <a:extLst>
              <a:ext uri="{FF2B5EF4-FFF2-40B4-BE49-F238E27FC236}">
                <a16:creationId xmlns:a16="http://schemas.microsoft.com/office/drawing/2014/main" id="{71A30CC2-1822-D41C-53E8-4FEB4534E126}"/>
              </a:ext>
            </a:extLst>
          </p:cNvPr>
          <p:cNvSpPr>
            <a:spLocks noChangeAspect="1"/>
          </p:cNvSpPr>
          <p:nvPr/>
        </p:nvSpPr>
        <p:spPr>
          <a:xfrm>
            <a:off x="4515779" y="1323287"/>
            <a:ext cx="185933" cy="132573"/>
          </a:xfrm>
          <a:custGeom>
            <a:avLst/>
            <a:gdLst>
              <a:gd name="connsiteX0" fmla="*/ 3316236 w 8372474"/>
              <a:gd name="connsiteY0" fmla="*/ 3531540 h 5981701"/>
              <a:gd name="connsiteX1" fmla="*/ 1307076 w 8372474"/>
              <a:gd name="connsiteY1" fmla="*/ 5537782 h 5981701"/>
              <a:gd name="connsiteX2" fmla="*/ 7035211 w 8372474"/>
              <a:gd name="connsiteY2" fmla="*/ 5534939 h 5981701"/>
              <a:gd name="connsiteX3" fmla="*/ 5064612 w 8372474"/>
              <a:gd name="connsiteY3" fmla="*/ 3558654 h 5981701"/>
              <a:gd name="connsiteX4" fmla="*/ 4317667 w 8372474"/>
              <a:gd name="connsiteY4" fmla="*/ 4306522 h 5981701"/>
              <a:gd name="connsiteX5" fmla="*/ 4091217 w 8372474"/>
              <a:gd name="connsiteY5" fmla="*/ 4308903 h 5981701"/>
              <a:gd name="connsiteX6" fmla="*/ 7887285 w 8372474"/>
              <a:gd name="connsiteY6" fmla="*/ 736631 h 5981701"/>
              <a:gd name="connsiteX7" fmla="*/ 5379748 w 8372474"/>
              <a:gd name="connsiteY7" fmla="*/ 3243523 h 5981701"/>
              <a:gd name="connsiteX8" fmla="*/ 7665088 w 8372474"/>
              <a:gd name="connsiteY8" fmla="*/ 5527516 h 5981701"/>
              <a:gd name="connsiteX9" fmla="*/ 7884020 w 8372474"/>
              <a:gd name="connsiteY9" fmla="*/ 5078798 h 5981701"/>
              <a:gd name="connsiteX10" fmla="*/ 7887285 w 8372474"/>
              <a:gd name="connsiteY10" fmla="*/ 736631 h 5981701"/>
              <a:gd name="connsiteX11" fmla="*/ 494711 w 8372474"/>
              <a:gd name="connsiteY11" fmla="*/ 712818 h 5981701"/>
              <a:gd name="connsiteX12" fmla="*/ 497974 w 8372474"/>
              <a:gd name="connsiteY12" fmla="*/ 5054986 h 5981701"/>
              <a:gd name="connsiteX13" fmla="*/ 716862 w 8372474"/>
              <a:gd name="connsiteY13" fmla="*/ 5503704 h 5981701"/>
              <a:gd name="connsiteX14" fmla="*/ 3001739 w 8372474"/>
              <a:gd name="connsiteY14" fmla="*/ 3219711 h 5981701"/>
              <a:gd name="connsiteX15" fmla="*/ 881060 w 8372474"/>
              <a:gd name="connsiteY15" fmla="*/ 472017 h 5981701"/>
              <a:gd name="connsiteX16" fmla="*/ 4067173 w 8372474"/>
              <a:gd name="connsiteY16" fmla="*/ 3655748 h 5981701"/>
              <a:gd name="connsiteX17" fmla="*/ 4212429 w 8372474"/>
              <a:gd name="connsiteY17" fmla="*/ 3729567 h 5981701"/>
              <a:gd name="connsiteX18" fmla="*/ 4348161 w 8372474"/>
              <a:gd name="connsiteY18" fmla="*/ 3641461 h 5981701"/>
              <a:gd name="connsiteX19" fmla="*/ 7519985 w 8372474"/>
              <a:gd name="connsiteY19" fmla="*/ 472017 h 5981701"/>
              <a:gd name="connsiteX20" fmla="*/ 892290 w 8372474"/>
              <a:gd name="connsiteY20" fmla="*/ 0 h 5981701"/>
              <a:gd name="connsiteX21" fmla="*/ 7480184 w 8372474"/>
              <a:gd name="connsiteY21" fmla="*/ 0 h 5981701"/>
              <a:gd name="connsiteX22" fmla="*/ 8372474 w 8372474"/>
              <a:gd name="connsiteY22" fmla="*/ 892290 h 5981701"/>
              <a:gd name="connsiteX23" fmla="*/ 8372474 w 8372474"/>
              <a:gd name="connsiteY23" fmla="*/ 5089411 h 5981701"/>
              <a:gd name="connsiteX24" fmla="*/ 7480184 w 8372474"/>
              <a:gd name="connsiteY24" fmla="*/ 5981701 h 5981701"/>
              <a:gd name="connsiteX25" fmla="*/ 892290 w 8372474"/>
              <a:gd name="connsiteY25" fmla="*/ 5981701 h 5981701"/>
              <a:gd name="connsiteX26" fmla="*/ 0 w 8372474"/>
              <a:gd name="connsiteY26" fmla="*/ 5089411 h 5981701"/>
              <a:gd name="connsiteX27" fmla="*/ 0 w 8372474"/>
              <a:gd name="connsiteY27" fmla="*/ 892290 h 5981701"/>
              <a:gd name="connsiteX28" fmla="*/ 892290 w 8372474"/>
              <a:gd name="connsiteY28" fmla="*/ 0 h 5981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372474" h="5981701">
                <a:moveTo>
                  <a:pt x="3316236" y="3531540"/>
                </a:moveTo>
                <a:lnTo>
                  <a:pt x="1307076" y="5537782"/>
                </a:lnTo>
                <a:lnTo>
                  <a:pt x="7035211" y="5534939"/>
                </a:lnTo>
                <a:lnTo>
                  <a:pt x="5064612" y="3558654"/>
                </a:lnTo>
                <a:lnTo>
                  <a:pt x="4317667" y="4306522"/>
                </a:lnTo>
                <a:cubicBezTo>
                  <a:pt x="4246947" y="4383516"/>
                  <a:pt x="4152413" y="4365259"/>
                  <a:pt x="4091217" y="4308903"/>
                </a:cubicBezTo>
                <a:close/>
                <a:moveTo>
                  <a:pt x="7887285" y="736631"/>
                </a:moveTo>
                <a:lnTo>
                  <a:pt x="5379748" y="3243523"/>
                </a:lnTo>
                <a:lnTo>
                  <a:pt x="7665088" y="5527516"/>
                </a:lnTo>
                <a:cubicBezTo>
                  <a:pt x="7783318" y="5489862"/>
                  <a:pt x="7896785" y="5392677"/>
                  <a:pt x="7884020" y="5078798"/>
                </a:cubicBezTo>
                <a:cubicBezTo>
                  <a:pt x="7877170" y="3582196"/>
                  <a:pt x="7894135" y="2233232"/>
                  <a:pt x="7887285" y="736631"/>
                </a:cubicBezTo>
                <a:close/>
                <a:moveTo>
                  <a:pt x="494711" y="712818"/>
                </a:moveTo>
                <a:cubicBezTo>
                  <a:pt x="487861" y="2209420"/>
                  <a:pt x="504824" y="3558384"/>
                  <a:pt x="497974" y="5054986"/>
                </a:cubicBezTo>
                <a:cubicBezTo>
                  <a:pt x="485212" y="5368865"/>
                  <a:pt x="598656" y="5466050"/>
                  <a:pt x="716862" y="5503704"/>
                </a:cubicBezTo>
                <a:lnTo>
                  <a:pt x="3001739" y="3219711"/>
                </a:lnTo>
                <a:close/>
                <a:moveTo>
                  <a:pt x="881060" y="472017"/>
                </a:moveTo>
                <a:lnTo>
                  <a:pt x="4067173" y="3655748"/>
                </a:lnTo>
                <a:cubicBezTo>
                  <a:pt x="4101304" y="3685117"/>
                  <a:pt x="4099716" y="3719248"/>
                  <a:pt x="4212429" y="3729567"/>
                </a:cubicBezTo>
                <a:cubicBezTo>
                  <a:pt x="4298154" y="3712104"/>
                  <a:pt x="4312442" y="3685118"/>
                  <a:pt x="4348161" y="3641461"/>
                </a:cubicBezTo>
                <a:lnTo>
                  <a:pt x="7519985" y="472017"/>
                </a:lnTo>
                <a:close/>
                <a:moveTo>
                  <a:pt x="892290" y="0"/>
                </a:moveTo>
                <a:lnTo>
                  <a:pt x="7480184" y="0"/>
                </a:lnTo>
                <a:cubicBezTo>
                  <a:pt x="7972982" y="0"/>
                  <a:pt x="8372474" y="399492"/>
                  <a:pt x="8372474" y="892290"/>
                </a:cubicBezTo>
                <a:lnTo>
                  <a:pt x="8372474" y="5089411"/>
                </a:lnTo>
                <a:cubicBezTo>
                  <a:pt x="8372474" y="5582209"/>
                  <a:pt x="7972982" y="5981701"/>
                  <a:pt x="7480184" y="5981701"/>
                </a:cubicBezTo>
                <a:lnTo>
                  <a:pt x="892290" y="5981701"/>
                </a:lnTo>
                <a:cubicBezTo>
                  <a:pt x="399492" y="5981701"/>
                  <a:pt x="0" y="5582209"/>
                  <a:pt x="0" y="5089411"/>
                </a:cubicBezTo>
                <a:lnTo>
                  <a:pt x="0" y="892290"/>
                </a:lnTo>
                <a:cubicBezTo>
                  <a:pt x="0" y="399492"/>
                  <a:pt x="399492" y="0"/>
                  <a:pt x="89229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MA" sz="2800">
              <a:solidFill>
                <a:schemeClr val="bg1"/>
              </a:solidFill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A3CDF77F-5003-E72E-8B22-60230E52F2E4}"/>
              </a:ext>
            </a:extLst>
          </p:cNvPr>
          <p:cNvSpPr/>
          <p:nvPr/>
        </p:nvSpPr>
        <p:spPr>
          <a:xfrm>
            <a:off x="4509314" y="1031108"/>
            <a:ext cx="198858" cy="198858"/>
          </a:xfrm>
          <a:custGeom>
            <a:avLst/>
            <a:gdLst>
              <a:gd name="connsiteX0" fmla="*/ 67377 w 108660"/>
              <a:gd name="connsiteY0" fmla="*/ 71902 h 115365"/>
              <a:gd name="connsiteX1" fmla="*/ 70853 w 108660"/>
              <a:gd name="connsiteY1" fmla="*/ 73629 h 115365"/>
              <a:gd name="connsiteX2" fmla="*/ 86114 w 108660"/>
              <a:gd name="connsiteY2" fmla="*/ 100034 h 115365"/>
              <a:gd name="connsiteX3" fmla="*/ 84836 w 108660"/>
              <a:gd name="connsiteY3" fmla="*/ 104841 h 115365"/>
              <a:gd name="connsiteX4" fmla="*/ 76774 w 108660"/>
              <a:gd name="connsiteY4" fmla="*/ 109523 h 115365"/>
              <a:gd name="connsiteX5" fmla="*/ 71978 w 108660"/>
              <a:gd name="connsiteY5" fmla="*/ 108243 h 115365"/>
              <a:gd name="connsiteX6" fmla="*/ 56717 w 108660"/>
              <a:gd name="connsiteY6" fmla="*/ 81838 h 115365"/>
              <a:gd name="connsiteX7" fmla="*/ 57995 w 108660"/>
              <a:gd name="connsiteY7" fmla="*/ 77031 h 115365"/>
              <a:gd name="connsiteX8" fmla="*/ 66057 w 108660"/>
              <a:gd name="connsiteY8" fmla="*/ 72349 h 115365"/>
              <a:gd name="connsiteX9" fmla="*/ 67377 w 108660"/>
              <a:gd name="connsiteY9" fmla="*/ 71902 h 115365"/>
              <a:gd name="connsiteX10" fmla="*/ 90660 w 108660"/>
              <a:gd name="connsiteY10" fmla="*/ 11963 h 115365"/>
              <a:gd name="connsiteX11" fmla="*/ 108660 w 108660"/>
              <a:gd name="connsiteY11" fmla="*/ 29963 h 115365"/>
              <a:gd name="connsiteX12" fmla="*/ 90660 w 108660"/>
              <a:gd name="connsiteY12" fmla="*/ 47963 h 115365"/>
              <a:gd name="connsiteX13" fmla="*/ 72660 w 108660"/>
              <a:gd name="connsiteY13" fmla="*/ 29963 h 115365"/>
              <a:gd name="connsiteX14" fmla="*/ 90660 w 108660"/>
              <a:gd name="connsiteY14" fmla="*/ 11963 h 115365"/>
              <a:gd name="connsiteX15" fmla="*/ 12883 w 108660"/>
              <a:gd name="connsiteY15" fmla="*/ 10583 h 115365"/>
              <a:gd name="connsiteX16" fmla="*/ 28856 w 108660"/>
              <a:gd name="connsiteY16" fmla="*/ 38492 h 115365"/>
              <a:gd name="connsiteX17" fmla="*/ 29670 w 108660"/>
              <a:gd name="connsiteY17" fmla="*/ 68633 h 115365"/>
              <a:gd name="connsiteX18" fmla="*/ 54537 w 108660"/>
              <a:gd name="connsiteY18" fmla="*/ 82872 h 115365"/>
              <a:gd name="connsiteX19" fmla="*/ 70535 w 108660"/>
              <a:gd name="connsiteY19" fmla="*/ 110710 h 115365"/>
              <a:gd name="connsiteX20" fmla="*/ 56894 w 108660"/>
              <a:gd name="connsiteY20" fmla="*/ 115365 h 115365"/>
              <a:gd name="connsiteX21" fmla="*/ 45294 w 108660"/>
              <a:gd name="connsiteY21" fmla="*/ 110850 h 115365"/>
              <a:gd name="connsiteX22" fmla="*/ 20 w 108660"/>
              <a:gd name="connsiteY22" fmla="*/ 26785 h 115365"/>
              <a:gd name="connsiteX23" fmla="*/ 3356 w 108660"/>
              <a:gd name="connsiteY23" fmla="*/ 17711 h 115365"/>
              <a:gd name="connsiteX24" fmla="*/ 12883 w 108660"/>
              <a:gd name="connsiteY24" fmla="*/ 10583 h 115365"/>
              <a:gd name="connsiteX25" fmla="*/ 26146 w 108660"/>
              <a:gd name="connsiteY25" fmla="*/ 27 h 115365"/>
              <a:gd name="connsiteX26" fmla="*/ 29622 w 108660"/>
              <a:gd name="connsiteY26" fmla="*/ 1755 h 115365"/>
              <a:gd name="connsiteX27" fmla="*/ 44882 w 108660"/>
              <a:gd name="connsiteY27" fmla="*/ 28160 h 115365"/>
              <a:gd name="connsiteX28" fmla="*/ 43605 w 108660"/>
              <a:gd name="connsiteY28" fmla="*/ 32967 h 115365"/>
              <a:gd name="connsiteX29" fmla="*/ 35542 w 108660"/>
              <a:gd name="connsiteY29" fmla="*/ 37649 h 115365"/>
              <a:gd name="connsiteX30" fmla="*/ 30747 w 108660"/>
              <a:gd name="connsiteY30" fmla="*/ 36368 h 115365"/>
              <a:gd name="connsiteX31" fmla="*/ 15486 w 108660"/>
              <a:gd name="connsiteY31" fmla="*/ 9963 h 115365"/>
              <a:gd name="connsiteX32" fmla="*/ 16764 w 108660"/>
              <a:gd name="connsiteY32" fmla="*/ 5156 h 115365"/>
              <a:gd name="connsiteX33" fmla="*/ 24826 w 108660"/>
              <a:gd name="connsiteY33" fmla="*/ 474 h 115365"/>
              <a:gd name="connsiteX34" fmla="*/ 26146 w 108660"/>
              <a:gd name="connsiteY34" fmla="*/ 27 h 115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8660" h="115365">
                <a:moveTo>
                  <a:pt x="67377" y="71902"/>
                </a:moveTo>
                <a:cubicBezTo>
                  <a:pt x="68734" y="71731"/>
                  <a:pt x="70124" y="72369"/>
                  <a:pt x="70853" y="73629"/>
                </a:cubicBezTo>
                <a:lnTo>
                  <a:pt x="86114" y="100034"/>
                </a:lnTo>
                <a:cubicBezTo>
                  <a:pt x="87085" y="101715"/>
                  <a:pt x="86513" y="103867"/>
                  <a:pt x="84836" y="104841"/>
                </a:cubicBezTo>
                <a:lnTo>
                  <a:pt x="76774" y="109523"/>
                </a:lnTo>
                <a:cubicBezTo>
                  <a:pt x="75097" y="110497"/>
                  <a:pt x="72950" y="109924"/>
                  <a:pt x="71978" y="108243"/>
                </a:cubicBezTo>
                <a:lnTo>
                  <a:pt x="56717" y="81838"/>
                </a:lnTo>
                <a:cubicBezTo>
                  <a:pt x="55746" y="80157"/>
                  <a:pt x="56318" y="78005"/>
                  <a:pt x="57995" y="77031"/>
                </a:cubicBezTo>
                <a:lnTo>
                  <a:pt x="66057" y="72349"/>
                </a:lnTo>
                <a:cubicBezTo>
                  <a:pt x="66477" y="72106"/>
                  <a:pt x="66925" y="71959"/>
                  <a:pt x="67377" y="71902"/>
                </a:cubicBezTo>
                <a:close/>
                <a:moveTo>
                  <a:pt x="90660" y="11963"/>
                </a:moveTo>
                <a:cubicBezTo>
                  <a:pt x="100601" y="11963"/>
                  <a:pt x="108660" y="20022"/>
                  <a:pt x="108660" y="29963"/>
                </a:cubicBezTo>
                <a:cubicBezTo>
                  <a:pt x="108660" y="39904"/>
                  <a:pt x="100601" y="47963"/>
                  <a:pt x="90660" y="47963"/>
                </a:cubicBezTo>
                <a:cubicBezTo>
                  <a:pt x="80719" y="47963"/>
                  <a:pt x="72660" y="39904"/>
                  <a:pt x="72660" y="29963"/>
                </a:cubicBezTo>
                <a:cubicBezTo>
                  <a:pt x="72660" y="20022"/>
                  <a:pt x="80719" y="11963"/>
                  <a:pt x="90660" y="11963"/>
                </a:cubicBezTo>
                <a:close/>
                <a:moveTo>
                  <a:pt x="12883" y="10583"/>
                </a:moveTo>
                <a:lnTo>
                  <a:pt x="28856" y="38492"/>
                </a:lnTo>
                <a:cubicBezTo>
                  <a:pt x="19525" y="44628"/>
                  <a:pt x="25413" y="61107"/>
                  <a:pt x="29670" y="68633"/>
                </a:cubicBezTo>
                <a:cubicBezTo>
                  <a:pt x="34137" y="76158"/>
                  <a:pt x="44638" y="88577"/>
                  <a:pt x="54537" y="82872"/>
                </a:cubicBezTo>
                <a:lnTo>
                  <a:pt x="70535" y="110710"/>
                </a:lnTo>
                <a:cubicBezTo>
                  <a:pt x="62330" y="115705"/>
                  <a:pt x="59819" y="115213"/>
                  <a:pt x="56894" y="115365"/>
                </a:cubicBezTo>
                <a:cubicBezTo>
                  <a:pt x="52780" y="115307"/>
                  <a:pt x="47969" y="112616"/>
                  <a:pt x="45294" y="110850"/>
                </a:cubicBezTo>
                <a:cubicBezTo>
                  <a:pt x="32483" y="102989"/>
                  <a:pt x="-936" y="61099"/>
                  <a:pt x="20" y="26785"/>
                </a:cubicBezTo>
                <a:cubicBezTo>
                  <a:pt x="137" y="22672"/>
                  <a:pt x="1794" y="19675"/>
                  <a:pt x="3356" y="17711"/>
                </a:cubicBezTo>
                <a:cubicBezTo>
                  <a:pt x="5476" y="15116"/>
                  <a:pt x="9518" y="12492"/>
                  <a:pt x="12883" y="10583"/>
                </a:cubicBezTo>
                <a:close/>
                <a:moveTo>
                  <a:pt x="26146" y="27"/>
                </a:moveTo>
                <a:cubicBezTo>
                  <a:pt x="27503" y="-144"/>
                  <a:pt x="28893" y="494"/>
                  <a:pt x="29622" y="1755"/>
                </a:cubicBezTo>
                <a:lnTo>
                  <a:pt x="44882" y="28160"/>
                </a:lnTo>
                <a:cubicBezTo>
                  <a:pt x="45854" y="29841"/>
                  <a:pt x="45282" y="31993"/>
                  <a:pt x="43605" y="32967"/>
                </a:cubicBezTo>
                <a:lnTo>
                  <a:pt x="35542" y="37649"/>
                </a:lnTo>
                <a:cubicBezTo>
                  <a:pt x="33866" y="38622"/>
                  <a:pt x="31719" y="38049"/>
                  <a:pt x="30747" y="36368"/>
                </a:cubicBezTo>
                <a:lnTo>
                  <a:pt x="15486" y="9963"/>
                </a:lnTo>
                <a:cubicBezTo>
                  <a:pt x="14515" y="8282"/>
                  <a:pt x="15087" y="6130"/>
                  <a:pt x="16764" y="5156"/>
                </a:cubicBezTo>
                <a:lnTo>
                  <a:pt x="24826" y="474"/>
                </a:lnTo>
                <a:cubicBezTo>
                  <a:pt x="25245" y="231"/>
                  <a:pt x="25694" y="84"/>
                  <a:pt x="26146" y="27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MA" sz="2800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D5E22D9-7BB4-FC16-5F00-D275BB314931}"/>
              </a:ext>
            </a:extLst>
          </p:cNvPr>
          <p:cNvSpPr/>
          <p:nvPr/>
        </p:nvSpPr>
        <p:spPr>
          <a:xfrm>
            <a:off x="4397583" y="669452"/>
            <a:ext cx="2209325" cy="2652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rtl="1">
              <a:lnSpc>
                <a:spcPct val="107000"/>
              </a:lnSpc>
              <a:spcAft>
                <a:spcPts val="684"/>
              </a:spcAft>
              <a:buSzPct val="150000"/>
            </a:pPr>
            <a:r>
              <a:rPr lang="fr-MA" sz="1600" b="1" i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Contact Me</a:t>
            </a:r>
            <a:endParaRPr lang="ar-MA" sz="1600" b="1" i="1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</a:endParaRPr>
          </a:p>
        </p:txBody>
      </p:sp>
      <p:sp>
        <p:nvSpPr>
          <p:cNvPr id="6" name="شكل حر 62">
            <a:extLst>
              <a:ext uri="{FF2B5EF4-FFF2-40B4-BE49-F238E27FC236}">
                <a16:creationId xmlns:a16="http://schemas.microsoft.com/office/drawing/2014/main" id="{8EDED42A-E75D-19AF-6D2D-AEE340F0509A}"/>
              </a:ext>
            </a:extLst>
          </p:cNvPr>
          <p:cNvSpPr>
            <a:spLocks noChangeAspect="1"/>
          </p:cNvSpPr>
          <p:nvPr/>
        </p:nvSpPr>
        <p:spPr bwMode="auto">
          <a:xfrm flipH="1">
            <a:off x="4507978" y="1844927"/>
            <a:ext cx="201530" cy="198858"/>
          </a:xfrm>
          <a:custGeom>
            <a:avLst/>
            <a:gdLst>
              <a:gd name="connsiteX0" fmla="*/ 359188 w 1477433"/>
              <a:gd name="connsiteY0" fmla="*/ 970868 h 1452491"/>
              <a:gd name="connsiteX1" fmla="*/ 360492 w 1477433"/>
              <a:gd name="connsiteY1" fmla="*/ 978484 h 1452491"/>
              <a:gd name="connsiteX2" fmla="*/ 490553 w 1477433"/>
              <a:gd name="connsiteY2" fmla="*/ 1259435 h 1452491"/>
              <a:gd name="connsiteX3" fmla="*/ 520735 w 1477433"/>
              <a:gd name="connsiteY3" fmla="*/ 1294041 h 1452491"/>
              <a:gd name="connsiteX4" fmla="*/ 448424 w 1477433"/>
              <a:gd name="connsiteY4" fmla="*/ 1262166 h 1452491"/>
              <a:gd name="connsiteX5" fmla="*/ 185253 w 1477433"/>
              <a:gd name="connsiteY5" fmla="*/ 981504 h 1452491"/>
              <a:gd name="connsiteX6" fmla="*/ 181110 w 1477433"/>
              <a:gd name="connsiteY6" fmla="*/ 970868 h 1452491"/>
              <a:gd name="connsiteX7" fmla="*/ 685878 w 1477433"/>
              <a:gd name="connsiteY7" fmla="*/ 970868 h 1452491"/>
              <a:gd name="connsiteX8" fmla="*/ 685878 w 1477433"/>
              <a:gd name="connsiteY8" fmla="*/ 1328926 h 1452491"/>
              <a:gd name="connsiteX9" fmla="*/ 638058 w 1477433"/>
              <a:gd name="connsiteY9" fmla="*/ 1285671 h 1452491"/>
              <a:gd name="connsiteX10" fmla="*/ 467183 w 1477433"/>
              <a:gd name="connsiteY10" fmla="*/ 973985 h 1452491"/>
              <a:gd name="connsiteX11" fmla="*/ 466594 w 1477433"/>
              <a:gd name="connsiteY11" fmla="*/ 970868 h 1452491"/>
              <a:gd name="connsiteX12" fmla="*/ 1002381 w 1477433"/>
              <a:gd name="connsiteY12" fmla="*/ 970868 h 1452491"/>
              <a:gd name="connsiteX13" fmla="*/ 984353 w 1477433"/>
              <a:gd name="connsiteY13" fmla="*/ 1048524 h 1452491"/>
              <a:gd name="connsiteX14" fmla="*/ 858010 w 1477433"/>
              <a:gd name="connsiteY14" fmla="*/ 1285671 h 1452491"/>
              <a:gd name="connsiteX15" fmla="*/ 809510 w 1477433"/>
              <a:gd name="connsiteY15" fmla="*/ 1337430 h 1452491"/>
              <a:gd name="connsiteX16" fmla="*/ 803387 w 1477433"/>
              <a:gd name="connsiteY16" fmla="*/ 1338858 h 1452491"/>
              <a:gd name="connsiteX17" fmla="*/ 790534 w 1477433"/>
              <a:gd name="connsiteY17" fmla="*/ 1341003 h 1452491"/>
              <a:gd name="connsiteX18" fmla="*/ 790534 w 1477433"/>
              <a:gd name="connsiteY18" fmla="*/ 970868 h 1452491"/>
              <a:gd name="connsiteX19" fmla="*/ 1298864 w 1477433"/>
              <a:gd name="connsiteY19" fmla="*/ 970868 h 1452491"/>
              <a:gd name="connsiteX20" fmla="*/ 1289246 w 1477433"/>
              <a:gd name="connsiteY20" fmla="*/ 993620 h 1452491"/>
              <a:gd name="connsiteX21" fmla="*/ 975561 w 1477433"/>
              <a:gd name="connsiteY21" fmla="*/ 1284032 h 1452491"/>
              <a:gd name="connsiteX22" fmla="*/ 960431 w 1477433"/>
              <a:gd name="connsiteY22" fmla="*/ 1290007 h 1452491"/>
              <a:gd name="connsiteX23" fmla="*/ 983030 w 1477433"/>
              <a:gd name="connsiteY23" fmla="*/ 1259435 h 1452491"/>
              <a:gd name="connsiteX24" fmla="*/ 1093266 w 1477433"/>
              <a:gd name="connsiteY24" fmla="*/ 978484 h 1452491"/>
              <a:gd name="connsiteX25" fmla="*/ 1094516 w 1477433"/>
              <a:gd name="connsiteY25" fmla="*/ 970868 h 1452491"/>
              <a:gd name="connsiteX26" fmla="*/ 335094 w 1477433"/>
              <a:gd name="connsiteY26" fmla="*/ 594409 h 1452491"/>
              <a:gd name="connsiteX27" fmla="*/ 333931 w 1477433"/>
              <a:gd name="connsiteY27" fmla="*/ 602627 h 1452491"/>
              <a:gd name="connsiteX28" fmla="*/ 328262 w 1477433"/>
              <a:gd name="connsiteY28" fmla="*/ 701606 h 1452491"/>
              <a:gd name="connsiteX29" fmla="*/ 336293 w 1477433"/>
              <a:gd name="connsiteY29" fmla="*/ 837085 h 1452491"/>
              <a:gd name="connsiteX30" fmla="*/ 341365 w 1477433"/>
              <a:gd name="connsiteY30" fmla="*/ 866719 h 1452491"/>
              <a:gd name="connsiteX31" fmla="*/ 145665 w 1477433"/>
              <a:gd name="connsiteY31" fmla="*/ 866719 h 1452491"/>
              <a:gd name="connsiteX32" fmla="*/ 134094 w 1477433"/>
              <a:gd name="connsiteY32" fmla="*/ 822480 h 1452491"/>
              <a:gd name="connsiteX33" fmla="*/ 119096 w 1477433"/>
              <a:gd name="connsiteY33" fmla="*/ 714849 h 1452491"/>
              <a:gd name="connsiteX34" fmla="*/ 133122 w 1477433"/>
              <a:gd name="connsiteY34" fmla="*/ 617955 h 1452491"/>
              <a:gd name="connsiteX35" fmla="*/ 139572 w 1477433"/>
              <a:gd name="connsiteY35" fmla="*/ 594409 h 1452491"/>
              <a:gd name="connsiteX36" fmla="*/ 685878 w 1477433"/>
              <a:gd name="connsiteY36" fmla="*/ 594409 h 1452491"/>
              <a:gd name="connsiteX37" fmla="*/ 685878 w 1477433"/>
              <a:gd name="connsiteY37" fmla="*/ 866719 h 1452491"/>
              <a:gd name="connsiteX38" fmla="*/ 449065 w 1477433"/>
              <a:gd name="connsiteY38" fmla="*/ 866719 h 1452491"/>
              <a:gd name="connsiteX39" fmla="*/ 442217 w 1477433"/>
              <a:gd name="connsiteY39" fmla="*/ 799730 h 1452491"/>
              <a:gd name="connsiteX40" fmla="*/ 439091 w 1477433"/>
              <a:gd name="connsiteY40" fmla="*/ 698049 h 1452491"/>
              <a:gd name="connsiteX41" fmla="*/ 446806 w 1477433"/>
              <a:gd name="connsiteY41" fmla="*/ 594651 h 1452491"/>
              <a:gd name="connsiteX42" fmla="*/ 446848 w 1477433"/>
              <a:gd name="connsiteY42" fmla="*/ 594409 h 1452491"/>
              <a:gd name="connsiteX43" fmla="*/ 1019572 w 1477433"/>
              <a:gd name="connsiteY43" fmla="*/ 594409 h 1452491"/>
              <a:gd name="connsiteX44" fmla="*/ 1022035 w 1477433"/>
              <a:gd name="connsiteY44" fmla="*/ 614418 h 1452491"/>
              <a:gd name="connsiteX45" fmla="*/ 1026647 w 1477433"/>
              <a:gd name="connsiteY45" fmla="*/ 698049 h 1452491"/>
              <a:gd name="connsiteX46" fmla="*/ 1021938 w 1477433"/>
              <a:gd name="connsiteY46" fmla="*/ 831346 h 1452491"/>
              <a:gd name="connsiteX47" fmla="*/ 1017638 w 1477433"/>
              <a:gd name="connsiteY47" fmla="*/ 866719 h 1452491"/>
              <a:gd name="connsiteX48" fmla="*/ 790534 w 1477433"/>
              <a:gd name="connsiteY48" fmla="*/ 866719 h 1452491"/>
              <a:gd name="connsiteX49" fmla="*/ 790534 w 1477433"/>
              <a:gd name="connsiteY49" fmla="*/ 594409 h 1452491"/>
              <a:gd name="connsiteX50" fmla="*/ 1333877 w 1477433"/>
              <a:gd name="connsiteY50" fmla="*/ 594409 h 1452491"/>
              <a:gd name="connsiteX51" fmla="*/ 1343339 w 1477433"/>
              <a:gd name="connsiteY51" fmla="*/ 630011 h 1452491"/>
              <a:gd name="connsiteX52" fmla="*/ 1358337 w 1477433"/>
              <a:gd name="connsiteY52" fmla="*/ 737642 h 1452491"/>
              <a:gd name="connsiteX53" fmla="*/ 1344311 w 1477433"/>
              <a:gd name="connsiteY53" fmla="*/ 834536 h 1452491"/>
              <a:gd name="connsiteX54" fmla="*/ 1335351 w 1477433"/>
              <a:gd name="connsiteY54" fmla="*/ 866719 h 1452491"/>
              <a:gd name="connsiteX55" fmla="*/ 1109912 w 1477433"/>
              <a:gd name="connsiteY55" fmla="*/ 866719 h 1452491"/>
              <a:gd name="connsiteX56" fmla="*/ 1120582 w 1477433"/>
              <a:gd name="connsiteY56" fmla="*/ 701606 h 1452491"/>
              <a:gd name="connsiteX57" fmla="*/ 1117221 w 1477433"/>
              <a:gd name="connsiteY57" fmla="*/ 621477 h 1452491"/>
              <a:gd name="connsiteX58" fmla="*/ 1114572 w 1477433"/>
              <a:gd name="connsiteY58" fmla="*/ 594409 h 1452491"/>
              <a:gd name="connsiteX59" fmla="*/ 515400 w 1477433"/>
              <a:gd name="connsiteY59" fmla="*/ 164829 h 1452491"/>
              <a:gd name="connsiteX60" fmla="*/ 505391 w 1477433"/>
              <a:gd name="connsiteY60" fmla="*/ 175684 h 1452491"/>
              <a:gd name="connsiteX61" fmla="*/ 364412 w 1477433"/>
              <a:gd name="connsiteY61" fmla="*/ 438014 h 1452491"/>
              <a:gd name="connsiteX62" fmla="*/ 352145 w 1477433"/>
              <a:gd name="connsiteY62" fmla="*/ 490260 h 1452491"/>
              <a:gd name="connsiteX63" fmla="*/ 174602 w 1477433"/>
              <a:gd name="connsiteY63" fmla="*/ 490260 h 1452491"/>
              <a:gd name="connsiteX64" fmla="*/ 183559 w 1477433"/>
              <a:gd name="connsiteY64" fmla="*/ 468287 h 1452491"/>
              <a:gd name="connsiteX65" fmla="*/ 445170 w 1477433"/>
              <a:gd name="connsiteY65" fmla="*/ 196676 h 1452491"/>
              <a:gd name="connsiteX66" fmla="*/ 955189 w 1477433"/>
              <a:gd name="connsiteY66" fmla="*/ 156152 h 1452491"/>
              <a:gd name="connsiteX67" fmla="*/ 972101 w 1477433"/>
              <a:gd name="connsiteY67" fmla="*/ 162544 h 1452491"/>
              <a:gd name="connsiteX68" fmla="*/ 1287505 w 1477433"/>
              <a:gd name="connsiteY68" fmla="*/ 461051 h 1452491"/>
              <a:gd name="connsiteX69" fmla="*/ 1299306 w 1477433"/>
              <a:gd name="connsiteY69" fmla="*/ 490260 h 1452491"/>
              <a:gd name="connsiteX70" fmla="*/ 1098994 w 1477433"/>
              <a:gd name="connsiteY70" fmla="*/ 490260 h 1452491"/>
              <a:gd name="connsiteX71" fmla="*/ 1086370 w 1477433"/>
              <a:gd name="connsiteY71" fmla="*/ 423770 h 1452491"/>
              <a:gd name="connsiteX72" fmla="*/ 970454 w 1477433"/>
              <a:gd name="connsiteY72" fmla="*/ 175684 h 1452491"/>
              <a:gd name="connsiteX73" fmla="*/ 685878 w 1477433"/>
              <a:gd name="connsiteY73" fmla="*/ 126507 h 1452491"/>
              <a:gd name="connsiteX74" fmla="*/ 685878 w 1477433"/>
              <a:gd name="connsiteY74" fmla="*/ 490260 h 1452491"/>
              <a:gd name="connsiteX75" fmla="*/ 466559 w 1477433"/>
              <a:gd name="connsiteY75" fmla="*/ 490260 h 1452491"/>
              <a:gd name="connsiteX76" fmla="*/ 486500 w 1477433"/>
              <a:gd name="connsiteY76" fmla="*/ 420671 h 1452491"/>
              <a:gd name="connsiteX77" fmla="*/ 661418 w 1477433"/>
              <a:gd name="connsiteY77" fmla="*/ 147172 h 1452491"/>
              <a:gd name="connsiteX78" fmla="*/ 790534 w 1477433"/>
              <a:gd name="connsiteY78" fmla="*/ 110272 h 1452491"/>
              <a:gd name="connsiteX79" fmla="*/ 799436 w 1477433"/>
              <a:gd name="connsiteY79" fmla="*/ 111456 h 1452491"/>
              <a:gd name="connsiteX80" fmla="*/ 803137 w 1477433"/>
              <a:gd name="connsiteY80" fmla="*/ 112212 h 1452491"/>
              <a:gd name="connsiteX81" fmla="*/ 838210 w 1477433"/>
              <a:gd name="connsiteY81" fmla="*/ 147172 h 1452491"/>
              <a:gd name="connsiteX82" fmla="*/ 981874 w 1477433"/>
              <a:gd name="connsiteY82" fmla="*/ 405529 h 1452491"/>
              <a:gd name="connsiteX83" fmla="*/ 1001543 w 1477433"/>
              <a:gd name="connsiteY83" fmla="*/ 490260 h 1452491"/>
              <a:gd name="connsiteX84" fmla="*/ 790534 w 1477433"/>
              <a:gd name="connsiteY84" fmla="*/ 490260 h 1452491"/>
              <a:gd name="connsiteX85" fmla="*/ 736675 w 1477433"/>
              <a:gd name="connsiteY85" fmla="*/ 0 h 1452491"/>
              <a:gd name="connsiteX86" fmla="*/ 6248 w 1477433"/>
              <a:gd name="connsiteY86" fmla="*/ 635366 h 1452491"/>
              <a:gd name="connsiteX87" fmla="*/ 415 w 1477433"/>
              <a:gd name="connsiteY87" fmla="*/ 713798 h 1452491"/>
              <a:gd name="connsiteX88" fmla="*/ 0 w 1477433"/>
              <a:gd name="connsiteY88" fmla="*/ 713798 h 1452491"/>
              <a:gd name="connsiteX89" fmla="*/ 242 w 1477433"/>
              <a:gd name="connsiteY89" fmla="*/ 716133 h 1452491"/>
              <a:gd name="connsiteX90" fmla="*/ 0 w 1477433"/>
              <a:gd name="connsiteY90" fmla="*/ 719388 h 1452491"/>
              <a:gd name="connsiteX91" fmla="*/ 579 w 1477433"/>
              <a:gd name="connsiteY91" fmla="*/ 719388 h 1452491"/>
              <a:gd name="connsiteX92" fmla="*/ 9659 w 1477433"/>
              <a:gd name="connsiteY92" fmla="*/ 806983 h 1452491"/>
              <a:gd name="connsiteX93" fmla="*/ 740759 w 1477433"/>
              <a:gd name="connsiteY93" fmla="*/ 1452491 h 1452491"/>
              <a:gd name="connsiteX94" fmla="*/ 1471185 w 1477433"/>
              <a:gd name="connsiteY94" fmla="*/ 817125 h 1452491"/>
              <a:gd name="connsiteX95" fmla="*/ 1477018 w 1477433"/>
              <a:gd name="connsiteY95" fmla="*/ 738693 h 1452491"/>
              <a:gd name="connsiteX96" fmla="*/ 1477433 w 1477433"/>
              <a:gd name="connsiteY96" fmla="*/ 738693 h 1452491"/>
              <a:gd name="connsiteX97" fmla="*/ 1477191 w 1477433"/>
              <a:gd name="connsiteY97" fmla="*/ 736358 h 1452491"/>
              <a:gd name="connsiteX98" fmla="*/ 1477433 w 1477433"/>
              <a:gd name="connsiteY98" fmla="*/ 733104 h 1452491"/>
              <a:gd name="connsiteX99" fmla="*/ 1476854 w 1477433"/>
              <a:gd name="connsiteY99" fmla="*/ 733104 h 1452491"/>
              <a:gd name="connsiteX100" fmla="*/ 1467774 w 1477433"/>
              <a:gd name="connsiteY100" fmla="*/ 645508 h 1452491"/>
              <a:gd name="connsiteX101" fmla="*/ 736675 w 1477433"/>
              <a:gd name="connsiteY101" fmla="*/ 0 h 145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477433" h="1452491">
                <a:moveTo>
                  <a:pt x="359188" y="970868"/>
                </a:moveTo>
                <a:lnTo>
                  <a:pt x="360492" y="978484"/>
                </a:lnTo>
                <a:cubicBezTo>
                  <a:pt x="383856" y="1073635"/>
                  <a:pt x="423525" y="1169464"/>
                  <a:pt x="490553" y="1259435"/>
                </a:cubicBezTo>
                <a:lnTo>
                  <a:pt x="520735" y="1294041"/>
                </a:lnTo>
                <a:lnTo>
                  <a:pt x="448424" y="1262166"/>
                </a:lnTo>
                <a:cubicBezTo>
                  <a:pt x="350471" y="1208613"/>
                  <a:pt x="249852" y="1121886"/>
                  <a:pt x="185253" y="981504"/>
                </a:cubicBezTo>
                <a:lnTo>
                  <a:pt x="181110" y="970868"/>
                </a:lnTo>
                <a:close/>
                <a:moveTo>
                  <a:pt x="685878" y="970868"/>
                </a:moveTo>
                <a:lnTo>
                  <a:pt x="685878" y="1328926"/>
                </a:lnTo>
                <a:lnTo>
                  <a:pt x="638058" y="1285671"/>
                </a:lnTo>
                <a:cubicBezTo>
                  <a:pt x="555420" y="1201740"/>
                  <a:pt x="498358" y="1104664"/>
                  <a:pt x="467183" y="973985"/>
                </a:cubicBezTo>
                <a:lnTo>
                  <a:pt x="466594" y="970868"/>
                </a:lnTo>
                <a:close/>
                <a:moveTo>
                  <a:pt x="1002381" y="970868"/>
                </a:moveTo>
                <a:lnTo>
                  <a:pt x="984353" y="1048524"/>
                </a:lnTo>
                <a:cubicBezTo>
                  <a:pt x="956202" y="1142969"/>
                  <a:pt x="914043" y="1218526"/>
                  <a:pt x="858010" y="1285671"/>
                </a:cubicBezTo>
                <a:lnTo>
                  <a:pt x="809510" y="1337430"/>
                </a:lnTo>
                <a:lnTo>
                  <a:pt x="803387" y="1338858"/>
                </a:lnTo>
                <a:lnTo>
                  <a:pt x="790534" y="1341003"/>
                </a:lnTo>
                <a:lnTo>
                  <a:pt x="790534" y="970868"/>
                </a:lnTo>
                <a:close/>
                <a:moveTo>
                  <a:pt x="1298864" y="970868"/>
                </a:moveTo>
                <a:lnTo>
                  <a:pt x="1289246" y="993620"/>
                </a:lnTo>
                <a:cubicBezTo>
                  <a:pt x="1212336" y="1146756"/>
                  <a:pt x="1087012" y="1234269"/>
                  <a:pt x="975561" y="1284032"/>
                </a:cubicBezTo>
                <a:lnTo>
                  <a:pt x="960431" y="1290007"/>
                </a:lnTo>
                <a:lnTo>
                  <a:pt x="983030" y="1259435"/>
                </a:lnTo>
                <a:cubicBezTo>
                  <a:pt x="1039841" y="1169464"/>
                  <a:pt x="1073463" y="1073635"/>
                  <a:pt x="1093266" y="978484"/>
                </a:cubicBezTo>
                <a:lnTo>
                  <a:pt x="1094516" y="970868"/>
                </a:lnTo>
                <a:close/>
                <a:moveTo>
                  <a:pt x="335094" y="594409"/>
                </a:moveTo>
                <a:lnTo>
                  <a:pt x="333931" y="602627"/>
                </a:lnTo>
                <a:cubicBezTo>
                  <a:pt x="330867" y="633659"/>
                  <a:pt x="328921" y="666598"/>
                  <a:pt x="328262" y="701606"/>
                </a:cubicBezTo>
                <a:cubicBezTo>
                  <a:pt x="329166" y="745234"/>
                  <a:pt x="331382" y="790666"/>
                  <a:pt x="336293" y="837085"/>
                </a:cubicBezTo>
                <a:lnTo>
                  <a:pt x="341365" y="866719"/>
                </a:lnTo>
                <a:lnTo>
                  <a:pt x="145665" y="866719"/>
                </a:lnTo>
                <a:lnTo>
                  <a:pt x="134094" y="822480"/>
                </a:lnTo>
                <a:lnTo>
                  <a:pt x="119096" y="714849"/>
                </a:lnTo>
                <a:lnTo>
                  <a:pt x="133122" y="617955"/>
                </a:lnTo>
                <a:lnTo>
                  <a:pt x="139572" y="594409"/>
                </a:lnTo>
                <a:close/>
                <a:moveTo>
                  <a:pt x="685878" y="594409"/>
                </a:moveTo>
                <a:lnTo>
                  <a:pt x="685878" y="866719"/>
                </a:lnTo>
                <a:lnTo>
                  <a:pt x="449065" y="866719"/>
                </a:lnTo>
                <a:lnTo>
                  <a:pt x="442217" y="799730"/>
                </a:lnTo>
                <a:cubicBezTo>
                  <a:pt x="440134" y="767562"/>
                  <a:pt x="439091" y="733723"/>
                  <a:pt x="439091" y="698049"/>
                </a:cubicBezTo>
                <a:cubicBezTo>
                  <a:pt x="440079" y="661653"/>
                  <a:pt x="442729" y="627223"/>
                  <a:pt x="446806" y="594651"/>
                </a:cubicBezTo>
                <a:lnTo>
                  <a:pt x="446848" y="594409"/>
                </a:lnTo>
                <a:close/>
                <a:moveTo>
                  <a:pt x="1019572" y="594409"/>
                </a:moveTo>
                <a:lnTo>
                  <a:pt x="1022035" y="614418"/>
                </a:lnTo>
                <a:cubicBezTo>
                  <a:pt x="1024406" y="641073"/>
                  <a:pt x="1025977" y="668932"/>
                  <a:pt x="1026647" y="698049"/>
                </a:cubicBezTo>
                <a:cubicBezTo>
                  <a:pt x="1026647" y="745615"/>
                  <a:pt x="1025076" y="789918"/>
                  <a:pt x="1021938" y="831346"/>
                </a:cubicBezTo>
                <a:lnTo>
                  <a:pt x="1017638" y="866719"/>
                </a:lnTo>
                <a:lnTo>
                  <a:pt x="790534" y="866719"/>
                </a:lnTo>
                <a:lnTo>
                  <a:pt x="790534" y="594409"/>
                </a:lnTo>
                <a:close/>
                <a:moveTo>
                  <a:pt x="1333877" y="594409"/>
                </a:moveTo>
                <a:lnTo>
                  <a:pt x="1343339" y="630011"/>
                </a:lnTo>
                <a:lnTo>
                  <a:pt x="1358337" y="737642"/>
                </a:lnTo>
                <a:lnTo>
                  <a:pt x="1344311" y="834536"/>
                </a:lnTo>
                <a:lnTo>
                  <a:pt x="1335351" y="866719"/>
                </a:lnTo>
                <a:lnTo>
                  <a:pt x="1109912" y="866719"/>
                </a:lnTo>
                <a:lnTo>
                  <a:pt x="1120582" y="701606"/>
                </a:lnTo>
                <a:cubicBezTo>
                  <a:pt x="1120136" y="673600"/>
                  <a:pt x="1118991" y="646918"/>
                  <a:pt x="1117221" y="621477"/>
                </a:cubicBezTo>
                <a:lnTo>
                  <a:pt x="1114572" y="594409"/>
                </a:lnTo>
                <a:close/>
                <a:moveTo>
                  <a:pt x="515400" y="164829"/>
                </a:moveTo>
                <a:lnTo>
                  <a:pt x="505391" y="175684"/>
                </a:lnTo>
                <a:cubicBezTo>
                  <a:pt x="452742" y="237043"/>
                  <a:pt x="398772" y="317744"/>
                  <a:pt x="364412" y="438014"/>
                </a:cubicBezTo>
                <a:lnTo>
                  <a:pt x="352145" y="490260"/>
                </a:lnTo>
                <a:lnTo>
                  <a:pt x="174602" y="490260"/>
                </a:lnTo>
                <a:lnTo>
                  <a:pt x="183559" y="468287"/>
                </a:lnTo>
                <a:cubicBezTo>
                  <a:pt x="247488" y="335326"/>
                  <a:pt x="347594" y="250562"/>
                  <a:pt x="445170" y="196676"/>
                </a:cubicBezTo>
                <a:close/>
                <a:moveTo>
                  <a:pt x="955189" y="156152"/>
                </a:moveTo>
                <a:lnTo>
                  <a:pt x="972101" y="162544"/>
                </a:lnTo>
                <a:cubicBezTo>
                  <a:pt x="1083932" y="211005"/>
                  <a:pt x="1209819" y="299522"/>
                  <a:pt x="1287505" y="461051"/>
                </a:cubicBezTo>
                <a:lnTo>
                  <a:pt x="1299306" y="490260"/>
                </a:lnTo>
                <a:lnTo>
                  <a:pt x="1098994" y="490260"/>
                </a:lnTo>
                <a:lnTo>
                  <a:pt x="1086370" y="423770"/>
                </a:lnTo>
                <a:cubicBezTo>
                  <a:pt x="1057163" y="311319"/>
                  <a:pt x="1013292" y="234589"/>
                  <a:pt x="970454" y="175684"/>
                </a:cubicBezTo>
                <a:close/>
                <a:moveTo>
                  <a:pt x="685878" y="126507"/>
                </a:moveTo>
                <a:lnTo>
                  <a:pt x="685878" y="490260"/>
                </a:lnTo>
                <a:lnTo>
                  <a:pt x="466559" y="490260"/>
                </a:lnTo>
                <a:lnTo>
                  <a:pt x="486500" y="420671"/>
                </a:lnTo>
                <a:cubicBezTo>
                  <a:pt x="530707" y="292848"/>
                  <a:pt x="598814" y="206144"/>
                  <a:pt x="661418" y="147172"/>
                </a:cubicBezTo>
                <a:close/>
                <a:moveTo>
                  <a:pt x="790534" y="110272"/>
                </a:moveTo>
                <a:lnTo>
                  <a:pt x="799436" y="111456"/>
                </a:lnTo>
                <a:lnTo>
                  <a:pt x="803137" y="112212"/>
                </a:lnTo>
                <a:lnTo>
                  <a:pt x="838210" y="147172"/>
                </a:lnTo>
                <a:cubicBezTo>
                  <a:pt x="889149" y="203785"/>
                  <a:pt x="944387" y="285956"/>
                  <a:pt x="981874" y="405529"/>
                </a:cubicBezTo>
                <a:lnTo>
                  <a:pt x="1001543" y="490260"/>
                </a:lnTo>
                <a:lnTo>
                  <a:pt x="790534" y="490260"/>
                </a:lnTo>
                <a:close/>
                <a:moveTo>
                  <a:pt x="736675" y="0"/>
                </a:moveTo>
                <a:cubicBezTo>
                  <a:pt x="413135" y="-476"/>
                  <a:pt x="58187" y="227220"/>
                  <a:pt x="6248" y="635366"/>
                </a:cubicBezTo>
                <a:lnTo>
                  <a:pt x="415" y="713798"/>
                </a:lnTo>
                <a:lnTo>
                  <a:pt x="0" y="713798"/>
                </a:lnTo>
                <a:lnTo>
                  <a:pt x="242" y="716133"/>
                </a:lnTo>
                <a:lnTo>
                  <a:pt x="0" y="719388"/>
                </a:lnTo>
                <a:lnTo>
                  <a:pt x="579" y="719388"/>
                </a:lnTo>
                <a:lnTo>
                  <a:pt x="9659" y="806983"/>
                </a:lnTo>
                <a:cubicBezTo>
                  <a:pt x="76629" y="1255962"/>
                  <a:pt x="417220" y="1452015"/>
                  <a:pt x="740759" y="1452491"/>
                </a:cubicBezTo>
                <a:cubicBezTo>
                  <a:pt x="1064298" y="1452967"/>
                  <a:pt x="1419246" y="1225271"/>
                  <a:pt x="1471185" y="817125"/>
                </a:cubicBezTo>
                <a:lnTo>
                  <a:pt x="1477018" y="738693"/>
                </a:lnTo>
                <a:lnTo>
                  <a:pt x="1477433" y="738693"/>
                </a:lnTo>
                <a:lnTo>
                  <a:pt x="1477191" y="736358"/>
                </a:lnTo>
                <a:lnTo>
                  <a:pt x="1477433" y="733104"/>
                </a:lnTo>
                <a:lnTo>
                  <a:pt x="1476854" y="733104"/>
                </a:lnTo>
                <a:lnTo>
                  <a:pt x="1467774" y="645508"/>
                </a:lnTo>
                <a:cubicBezTo>
                  <a:pt x="1400804" y="196529"/>
                  <a:pt x="1060214" y="476"/>
                  <a:pt x="73667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5">
            <a:noFill/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MA" sz="280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14CC6B-EE7B-B6C7-8A60-0502D908CB3B}"/>
              </a:ext>
            </a:extLst>
          </p:cNvPr>
          <p:cNvSpPr/>
          <p:nvPr/>
        </p:nvSpPr>
        <p:spPr>
          <a:xfrm>
            <a:off x="2202380" y="45551"/>
            <a:ext cx="4665125" cy="50215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F44584-94C4-8008-EAE0-BB9DFE038309}"/>
              </a:ext>
            </a:extLst>
          </p:cNvPr>
          <p:cNvSpPr/>
          <p:nvPr/>
        </p:nvSpPr>
        <p:spPr>
          <a:xfrm>
            <a:off x="2257235" y="655796"/>
            <a:ext cx="2144857" cy="17000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FB6E6-A724-9CF3-3A6C-899B0C0ED57E}"/>
              </a:ext>
            </a:extLst>
          </p:cNvPr>
          <p:cNvSpPr txBox="1"/>
          <p:nvPr/>
        </p:nvSpPr>
        <p:spPr>
          <a:xfrm>
            <a:off x="2310609" y="637551"/>
            <a:ext cx="198834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“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Sebaik-baiknya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manusia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adalah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yang paling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bermanfaat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bagi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manusia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lainnya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cript MT Bold" panose="03040602040607080904" pitchFamily="66" charset="0"/>
                <a:ea typeface="Open Sans" panose="020B0606030504020204" pitchFamily="34" charset="0"/>
                <a:cs typeface="Open Sans" panose="020B0606030504020204" pitchFamily="34" charset="0"/>
              </a:rPr>
              <a:t>”</a:t>
            </a:r>
          </a:p>
          <a:p>
            <a:pPr algn="just"/>
            <a:endParaRPr lang="en-US" sz="1000" i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Dibidang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IT dan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Komunikasi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sukai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geluti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saya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ingin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bisa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menciptakan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banyak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karya</a:t>
            </a:r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yang bermanfaat.</a:t>
            </a:r>
          </a:p>
          <a:p>
            <a:pPr algn="just"/>
            <a:r>
              <a:rPr lang="en-US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Saat ini saya sedang berfokus pada mobile developer &amp; digital marketing.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7F0313-DA08-1B14-FC86-46A8512444DE}"/>
              </a:ext>
            </a:extLst>
          </p:cNvPr>
          <p:cNvSpPr/>
          <p:nvPr/>
        </p:nvSpPr>
        <p:spPr>
          <a:xfrm>
            <a:off x="-16397" y="5962960"/>
            <a:ext cx="6874397" cy="1477753"/>
          </a:xfrm>
          <a:prstGeom prst="rect">
            <a:avLst/>
          </a:prstGeom>
          <a:solidFill>
            <a:srgbClr val="2D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AA279-2436-0110-DCF7-D98A12B97243}"/>
              </a:ext>
            </a:extLst>
          </p:cNvPr>
          <p:cNvSpPr/>
          <p:nvPr/>
        </p:nvSpPr>
        <p:spPr>
          <a:xfrm>
            <a:off x="34009" y="5997774"/>
            <a:ext cx="2124321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2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PROFESSIONAL SKILLS</a:t>
            </a:r>
            <a:endParaRPr lang="fr-FR" sz="1369" i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A090CA-A13D-26B5-CED2-9B0E564B3865}"/>
              </a:ext>
            </a:extLst>
          </p:cNvPr>
          <p:cNvSpPr/>
          <p:nvPr/>
        </p:nvSpPr>
        <p:spPr>
          <a:xfrm>
            <a:off x="35697" y="6830589"/>
            <a:ext cx="2124321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MA" sz="12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LANGUAGES</a:t>
            </a:r>
            <a:endParaRPr lang="fr-FR" sz="1200" i="1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EBD34C-C48E-AB94-E9B0-7F657D3A84B3}"/>
              </a:ext>
            </a:extLst>
          </p:cNvPr>
          <p:cNvSpPr/>
          <p:nvPr/>
        </p:nvSpPr>
        <p:spPr>
          <a:xfrm>
            <a:off x="92400" y="6321837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3FF18F-6937-97C4-228B-A85776F79A4D}"/>
              </a:ext>
            </a:extLst>
          </p:cNvPr>
          <p:cNvSpPr/>
          <p:nvPr/>
        </p:nvSpPr>
        <p:spPr>
          <a:xfrm>
            <a:off x="91151" y="6321837"/>
            <a:ext cx="2614720" cy="1836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 DEVELOPER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BFA40B-E607-528A-49F9-E951C6BEADD8}"/>
              </a:ext>
            </a:extLst>
          </p:cNvPr>
          <p:cNvSpPr/>
          <p:nvPr/>
        </p:nvSpPr>
        <p:spPr>
          <a:xfrm>
            <a:off x="92400" y="6629582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671754-0914-4BF5-B836-053771F23171}"/>
              </a:ext>
            </a:extLst>
          </p:cNvPr>
          <p:cNvSpPr/>
          <p:nvPr/>
        </p:nvSpPr>
        <p:spPr>
          <a:xfrm>
            <a:off x="91150" y="6631033"/>
            <a:ext cx="2522510" cy="1836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DEVELOPER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15B36-43CF-6CF9-FD46-74EBE478846E}"/>
              </a:ext>
            </a:extLst>
          </p:cNvPr>
          <p:cNvSpPr/>
          <p:nvPr/>
        </p:nvSpPr>
        <p:spPr>
          <a:xfrm>
            <a:off x="3751463" y="6639493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FECDB5-2416-67D9-D49A-202FD9261FB0}"/>
              </a:ext>
            </a:extLst>
          </p:cNvPr>
          <p:cNvSpPr/>
          <p:nvPr/>
        </p:nvSpPr>
        <p:spPr>
          <a:xfrm>
            <a:off x="3738728" y="6639305"/>
            <a:ext cx="2642791" cy="18877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STRATEGY &amp; MANAGEMENT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15FD9B-88B1-61C7-7E4A-709E4B5C94EA}"/>
              </a:ext>
            </a:extLst>
          </p:cNvPr>
          <p:cNvSpPr/>
          <p:nvPr/>
        </p:nvSpPr>
        <p:spPr>
          <a:xfrm>
            <a:off x="3733336" y="6329081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E00B9A-7F3A-2B9C-FEFD-1E29674B638F}"/>
              </a:ext>
            </a:extLst>
          </p:cNvPr>
          <p:cNvSpPr/>
          <p:nvPr/>
        </p:nvSpPr>
        <p:spPr>
          <a:xfrm>
            <a:off x="3732087" y="6323199"/>
            <a:ext cx="2526501" cy="19302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 MARKETING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A71506-C1C7-ADEB-F457-6719FB511ED6}"/>
              </a:ext>
            </a:extLst>
          </p:cNvPr>
          <p:cNvSpPr/>
          <p:nvPr/>
        </p:nvSpPr>
        <p:spPr>
          <a:xfrm>
            <a:off x="3780959" y="7179916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409EEA-4788-583A-4A5F-0549A5CA97F5}"/>
              </a:ext>
            </a:extLst>
          </p:cNvPr>
          <p:cNvSpPr/>
          <p:nvPr/>
        </p:nvSpPr>
        <p:spPr>
          <a:xfrm>
            <a:off x="3779709" y="7181654"/>
            <a:ext cx="2478879" cy="1836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ENGLISH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32E42B-A78E-DC9E-0706-62DE380EC172}"/>
              </a:ext>
            </a:extLst>
          </p:cNvPr>
          <p:cNvSpPr/>
          <p:nvPr/>
        </p:nvSpPr>
        <p:spPr>
          <a:xfrm>
            <a:off x="120740" y="7187856"/>
            <a:ext cx="2839894" cy="183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434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14" i="1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FEF47C-9A48-9C3F-078F-058278C86206}"/>
              </a:ext>
            </a:extLst>
          </p:cNvPr>
          <p:cNvSpPr/>
          <p:nvPr/>
        </p:nvSpPr>
        <p:spPr>
          <a:xfrm>
            <a:off x="119491" y="7189594"/>
            <a:ext cx="2715122" cy="18367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4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INDONESIA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211707B-715A-118B-111F-13C5DF80DC01}"/>
              </a:ext>
            </a:extLst>
          </p:cNvPr>
          <p:cNvSpPr/>
          <p:nvPr/>
        </p:nvSpPr>
        <p:spPr>
          <a:xfrm>
            <a:off x="50858" y="2390423"/>
            <a:ext cx="2951208" cy="3618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MA" sz="1369" b="1" i="1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</a:t>
            </a:r>
            <a:endParaRPr lang="fr-FR" sz="1369" b="1" i="1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1" name="Subtitle 2">
            <a:extLst>
              <a:ext uri="{FF2B5EF4-FFF2-40B4-BE49-F238E27FC236}">
                <a16:creationId xmlns:a16="http://schemas.microsoft.com/office/drawing/2014/main" id="{2A4E09B7-B6A9-D124-7D5A-A043E2989B39}"/>
              </a:ext>
            </a:extLst>
          </p:cNvPr>
          <p:cNvSpPr/>
          <p:nvPr/>
        </p:nvSpPr>
        <p:spPr>
          <a:xfrm>
            <a:off x="281986" y="2691167"/>
            <a:ext cx="3189686" cy="281324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82918" tIns="41459" rIns="82918" bIns="41459" anchor="t" anchorCtr="0" compatLnSpc="0">
            <a:noAutofit/>
          </a:bodyPr>
          <a:lstStyle/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b="1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FORMAL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UNIVERSITAS PAKUAN BOGOR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	Lulus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Sarjana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Ilmu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Komputer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          2013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	IPK : 3.20	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Buntet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Pesantren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Cirebon 	                           2009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MTS NU Putra 1 Cirebon 	                           2006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 Nurul Hikmah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Krandon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                               2003</a:t>
            </a:r>
            <a:endParaRPr lang="en-US" sz="1000" b="1" i="1">
              <a:solidFill>
                <a:srgbClr val="2031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endParaRPr lang="en-US" sz="1000" b="1" i="1">
              <a:solidFill>
                <a:srgbClr val="2031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b="1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 FORMAL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Dicoding</a:t>
            </a:r>
            <a:endParaRPr lang="en-US" sz="1000" i="1">
              <a:solidFill>
                <a:srgbClr val="2031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didik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                           2019- 2025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Lembaga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kursus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Kampung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Inggris</a:t>
            </a:r>
            <a:endParaRPr lang="en-US" sz="1000" i="1">
              <a:solidFill>
                <a:srgbClr val="20314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didik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                          2017 - 2018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Pelatihan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Hipnotis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Hipnoterapi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IBH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didik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                                      2014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Pondok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Pesantren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Buntet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Cirebon</a:t>
            </a:r>
          </a:p>
          <a:p>
            <a:pPr fontAlgn="base">
              <a:lnSpc>
                <a:spcPct val="107000"/>
              </a:lnSpc>
              <a:tabLst>
                <a:tab pos="164108" algn="l"/>
              </a:tabLst>
            </a:pP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Sebagai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peserta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000" i="1" err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didik</a:t>
            </a:r>
            <a:r>
              <a: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                             2003 - 2009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2AD71B-2644-3F45-1990-AC9BE45D7768}"/>
              </a:ext>
            </a:extLst>
          </p:cNvPr>
          <p:cNvSpPr/>
          <p:nvPr/>
        </p:nvSpPr>
        <p:spPr>
          <a:xfrm>
            <a:off x="3959" y="7406853"/>
            <a:ext cx="2472541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5854">
              <a:lnSpc>
                <a:spcPct val="107000"/>
              </a:lnSpc>
              <a:spcAft>
                <a:spcPts val="684"/>
              </a:spcAft>
            </a:pPr>
            <a:r>
              <a:rPr lang="fr-MA" sz="1369" b="1" i="1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Tools &amp;Technologies</a:t>
            </a:r>
            <a:endParaRPr lang="fr-FR" sz="1369" b="1" i="1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F7E7FA8E-8BA3-1318-22D3-C12DAA95AB21}"/>
              </a:ext>
            </a:extLst>
          </p:cNvPr>
          <p:cNvGraphicFramePr>
            <a:graphicFrameLocks noGrp="1"/>
          </p:cNvGraphicFramePr>
          <p:nvPr/>
        </p:nvGraphicFramePr>
        <p:xfrm>
          <a:off x="183807" y="7782048"/>
          <a:ext cx="956587" cy="15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87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OS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WINDOWS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MAC-OS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ANDROID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LINUX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endParaRPr lang="fr-MA" sz="1000" b="1" i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801A6E2-B58E-A242-32C8-109009B43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611766"/>
              </p:ext>
            </p:extLst>
          </p:nvPr>
        </p:nvGraphicFramePr>
        <p:xfrm>
          <a:off x="4516820" y="7782048"/>
          <a:ext cx="2303315" cy="1821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315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PROGRAMMING LANGUAGE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Java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Kotlin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Dart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Flutter</a:t>
                      </a:r>
                    </a:p>
                    <a:p>
                      <a:pPr marL="171450" marR="0" lvl="0" indent="-171450" algn="l" defTabSz="400827" rtl="0" eaLnBrk="1" fontAlgn="auto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NodeJS</a:t>
                      </a:r>
                    </a:p>
                    <a:p>
                      <a:pPr marL="171450" marR="0" lvl="0" indent="-171450" algn="l" defTabSz="400827" rtl="0" eaLnBrk="1" fontAlgn="auto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PHP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0940E5AD-A8D6-76FF-97BA-76E8A68F1299}"/>
              </a:ext>
            </a:extLst>
          </p:cNvPr>
          <p:cNvGraphicFramePr>
            <a:graphicFrameLocks noGrp="1"/>
          </p:cNvGraphicFramePr>
          <p:nvPr/>
        </p:nvGraphicFramePr>
        <p:xfrm>
          <a:off x="3659302" y="7782048"/>
          <a:ext cx="892161" cy="1027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161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SERVER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Apache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Nginx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IIS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4E22D894-4764-787F-71B9-FA5031504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136667"/>
              </p:ext>
            </p:extLst>
          </p:nvPr>
        </p:nvGraphicFramePr>
        <p:xfrm>
          <a:off x="1837529" y="7782048"/>
          <a:ext cx="1055640" cy="15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640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DESIGN 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Photoshop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Corel </a:t>
                      </a:r>
                      <a:r>
                        <a:rPr lang="fr-MA" sz="1000" b="1" i="1" kern="12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Draw</a:t>
                      </a:r>
                      <a:endParaRPr lang="fr-MA" sz="1000" b="1" i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Adobe XD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Figma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Power Point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72658BF-9453-7E77-B357-5D7B62CCD5AC}"/>
              </a:ext>
            </a:extLst>
          </p:cNvPr>
          <p:cNvGraphicFramePr>
            <a:graphicFrameLocks noGrp="1"/>
          </p:cNvGraphicFramePr>
          <p:nvPr/>
        </p:nvGraphicFramePr>
        <p:xfrm>
          <a:off x="1080383" y="7782048"/>
          <a:ext cx="892161" cy="1556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161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CLOUD</a:t>
                      </a:r>
                      <a:endParaRPr lang="fr-MA" sz="1000" b="1" i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GCloud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Firebase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Github</a:t>
                      </a:r>
                      <a:endParaRPr lang="fr-MA" sz="1000" b="1" i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VPS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Gdrive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BFCF4F88-B4D2-A541-F550-5EE291B0B3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234876"/>
              </p:ext>
            </p:extLst>
          </p:nvPr>
        </p:nvGraphicFramePr>
        <p:xfrm>
          <a:off x="2771249" y="7782048"/>
          <a:ext cx="956587" cy="1821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87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0" indent="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fr-MA" sz="1000" b="1" i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DATABASE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MYSQL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NoSQL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SQLITE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mongoDB</a:t>
                      </a:r>
                      <a:endParaRPr lang="fr-MA" sz="1000" b="1" i="1" kern="12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Mothanna" panose="02000503000000000000" pitchFamily="2" charset="-78"/>
                      </a:endParaRP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API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Gsheet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C023221-B296-368F-5B18-8958A65967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38016"/>
              </p:ext>
            </p:extLst>
          </p:nvPr>
        </p:nvGraphicFramePr>
        <p:xfrm>
          <a:off x="5530814" y="8020308"/>
          <a:ext cx="1289322" cy="129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322">
                  <a:extLst>
                    <a:ext uri="{9D8B030D-6E8A-4147-A177-3AD203B41FA5}">
                      <a16:colId xmlns:a16="http://schemas.microsoft.com/office/drawing/2014/main" val="1372251140"/>
                    </a:ext>
                  </a:extLst>
                </a:gridCol>
              </a:tblGrid>
              <a:tr h="265687">
                <a:tc>
                  <a:txBody>
                    <a:bodyPr/>
                    <a:lstStyle/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HTML5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JAVA SCRIPT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CSS3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Wordpress Dev</a:t>
                      </a:r>
                    </a:p>
                    <a:p>
                      <a:pPr marL="171450" indent="-171450" algn="l" defTabSz="400827" rtl="0" eaLnBrk="1" latinLnBrk="0" hangingPunct="1">
                        <a:lnSpc>
                          <a:spcPct val="107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fr-MA" sz="1000" b="1" i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Mothanna" panose="02000503000000000000" pitchFamily="2" charset="-78"/>
                        </a:rPr>
                        <a:t>Shell</a:t>
                      </a:r>
                    </a:p>
                  </a:txBody>
                  <a:tcPr marL="78226" marR="78226" marT="39113" marB="39113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898544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4C8ED032-E0B8-EA43-C8D2-9373B2A78643}"/>
              </a:ext>
            </a:extLst>
          </p:cNvPr>
          <p:cNvGrpSpPr/>
          <p:nvPr/>
        </p:nvGrpSpPr>
        <p:grpSpPr>
          <a:xfrm>
            <a:off x="3344195" y="2391725"/>
            <a:ext cx="3545782" cy="3539081"/>
            <a:chOff x="2221485" y="3256152"/>
            <a:chExt cx="3545782" cy="353908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21BA9E3-B42C-C230-D4B8-562282187FC2}"/>
                </a:ext>
              </a:extLst>
            </p:cNvPr>
            <p:cNvSpPr/>
            <p:nvPr/>
          </p:nvSpPr>
          <p:spPr>
            <a:xfrm>
              <a:off x="2221485" y="3256152"/>
              <a:ext cx="2914394" cy="324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rtl="1">
                <a:lnSpc>
                  <a:spcPct val="107000"/>
                </a:lnSpc>
                <a:spcAft>
                  <a:spcPts val="684"/>
                </a:spcAft>
                <a:buSzPct val="150000"/>
              </a:pPr>
              <a:r>
                <a:rPr lang="fr-MA" sz="1369" b="1" i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WORK</a:t>
              </a:r>
              <a:r>
                <a:rPr lang="fr-MA" sz="1369" b="1">
                  <a:solidFill>
                    <a:schemeClr val="bg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fr-MA" sz="1369" b="1" i="1">
                  <a:solidFill>
                    <a:schemeClr val="bg1">
                      <a:lumMod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EXPERIENCE</a:t>
              </a:r>
              <a:endParaRPr lang="ar-MA" sz="1369" b="1" i="1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</a:endParaRPr>
            </a:p>
          </p:txBody>
        </p:sp>
        <p:sp>
          <p:nvSpPr>
            <p:cNvPr id="54" name="Subtitle 2">
              <a:extLst>
                <a:ext uri="{FF2B5EF4-FFF2-40B4-BE49-F238E27FC236}">
                  <a16:creationId xmlns:a16="http://schemas.microsoft.com/office/drawing/2014/main" id="{3CAB1E44-335C-90ED-1D8C-B80187902A45}"/>
                </a:ext>
              </a:extLst>
            </p:cNvPr>
            <p:cNvSpPr/>
            <p:nvPr/>
          </p:nvSpPr>
          <p:spPr>
            <a:xfrm>
              <a:off x="2542604" y="3536468"/>
              <a:ext cx="3224663" cy="3258765"/>
            </a:xfrm>
            <a:prstGeom prst="rect">
              <a:avLst/>
            </a:prstGeom>
            <a:noFill/>
            <a:ln cap="flat">
              <a:noFill/>
              <a:prstDash val="solid"/>
            </a:ln>
          </p:spPr>
          <p:txBody>
            <a:bodyPr vert="horz" wrap="square" lIns="82918" tIns="41459" rIns="82918" bIns="41459" anchor="t" anchorCtr="0" compatLnSpc="0">
              <a:noAutofit/>
            </a:bodyPr>
            <a:lstStyle/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Karya Marketing</a:t>
              </a: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Owner &amp; Product Creator                           2014– 2025</a:t>
              </a:r>
            </a:p>
            <a:p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PT Yuk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Takafaul</a:t>
              </a:r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Head Of Engineering 	                                2019-2020</a:t>
              </a:r>
            </a:p>
            <a:p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PT Nusa Network Prakarsa </a:t>
              </a: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Lead Software Engineer 	                2015 – 2017</a:t>
              </a:r>
            </a:p>
            <a:p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TerminalHRD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(Team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Jobfair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&amp; Programmer Jakartajobfair.com)</a:t>
              </a: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Team &amp; Developer                                      2014 – 2014</a:t>
              </a:r>
            </a:p>
            <a:p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Gravicode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Multinovative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Plexindo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 Junior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Programer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                                     2013 – 2014</a:t>
              </a:r>
            </a:p>
            <a:p>
              <a:endParaRPr lang="en-US" sz="1000" i="1">
                <a:solidFill>
                  <a:srgbClr val="20314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PT. Tirta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Investama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(AQUA DANONE)</a:t>
              </a:r>
            </a:p>
            <a:p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» </a:t>
              </a:r>
              <a:r>
                <a:rPr lang="en-US" sz="1000" i="1" err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Magang</a:t>
              </a:r>
              <a:r>
                <a:rPr lang="en-US" sz="1000" i="1">
                  <a:solidFill>
                    <a:srgbClr val="20314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(PKL)                                              2012 – 2013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F4A4504-9B77-F69C-BAD1-33BA8C264E9C}"/>
              </a:ext>
            </a:extLst>
          </p:cNvPr>
          <p:cNvGrpSpPr/>
          <p:nvPr/>
        </p:nvGrpSpPr>
        <p:grpSpPr>
          <a:xfrm>
            <a:off x="4819829" y="1831908"/>
            <a:ext cx="1469954" cy="327665"/>
            <a:chOff x="4819829" y="1715701"/>
            <a:chExt cx="1469954" cy="327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0CAC222-8A4E-DDAA-CE8D-8F0DAFC32DED}"/>
                </a:ext>
              </a:extLst>
            </p:cNvPr>
            <p:cNvSpPr/>
            <p:nvPr/>
          </p:nvSpPr>
          <p:spPr>
            <a:xfrm>
              <a:off x="4820819" y="1715701"/>
              <a:ext cx="819135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i="1">
                  <a:solidFill>
                    <a:schemeClr val="bg1">
                      <a:lumMod val="8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www.fay.my.id</a:t>
              </a:r>
              <a:endParaRPr lang="en-US" sz="1000" i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EDDB340-7C82-E4C9-B626-9310BA540043}"/>
                </a:ext>
              </a:extLst>
            </p:cNvPr>
            <p:cNvSpPr/>
            <p:nvPr/>
          </p:nvSpPr>
          <p:spPr>
            <a:xfrm>
              <a:off x="4819829" y="1889478"/>
              <a:ext cx="1469954" cy="153888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i="1">
                  <a:solidFill>
                    <a:schemeClr val="bg1">
                      <a:lumMod val="8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www.karyamarketing.com</a:t>
              </a:r>
              <a:endParaRPr lang="fr-FR" sz="1000" i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8368DBFB-C2B1-0534-BD06-5EB3C915A13A}"/>
              </a:ext>
            </a:extLst>
          </p:cNvPr>
          <p:cNvSpPr/>
          <p:nvPr/>
        </p:nvSpPr>
        <p:spPr>
          <a:xfrm>
            <a:off x="2246306" y="104697"/>
            <a:ext cx="4618025" cy="5021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E1EE16E-C37E-734C-E6D4-9835AA315381}"/>
              </a:ext>
            </a:extLst>
          </p:cNvPr>
          <p:cNvSpPr/>
          <p:nvPr/>
        </p:nvSpPr>
        <p:spPr>
          <a:xfrm>
            <a:off x="2987388" y="160817"/>
            <a:ext cx="2543426" cy="3187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</a:pPr>
            <a:r>
              <a:rPr lang="fr-FR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Achmad Ripai</a:t>
            </a:r>
            <a:endParaRPr lang="fr-FR" sz="2400" b="1" i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D0BEA3-1AB3-1BBF-CBC5-102A3674745D}"/>
              </a:ext>
            </a:extLst>
          </p:cNvPr>
          <p:cNvSpPr/>
          <p:nvPr/>
        </p:nvSpPr>
        <p:spPr>
          <a:xfrm>
            <a:off x="2996913" y="380575"/>
            <a:ext cx="2452273" cy="255515"/>
          </a:xfrm>
          <a:prstGeom prst="rect">
            <a:avLst/>
          </a:prstGeom>
          <a:solidFill>
            <a:schemeClr val="bg1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82918" tIns="41459" rIns="82918" bIns="4145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725"/>
              </a:spcAft>
            </a:pPr>
            <a:r>
              <a:rPr lang="fr-FR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 </a:t>
            </a:r>
            <a:r>
              <a:rPr lang="fr-FR" sz="1000" i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</a:t>
            </a:r>
            <a:r>
              <a:rPr lang="fr-FR" sz="1000" i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&amp; Digital Marketing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A1E939-4970-2077-1005-3A76F6FD50E5}"/>
              </a:ext>
            </a:extLst>
          </p:cNvPr>
          <p:cNvSpPr txBox="1"/>
          <p:nvPr/>
        </p:nvSpPr>
        <p:spPr>
          <a:xfrm>
            <a:off x="-44942" y="9692771"/>
            <a:ext cx="34739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www.fay.my.id/cv.pdf</a:t>
            </a:r>
            <a:r>
              <a:rPr lang="en-US" sz="8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| </a:t>
            </a:r>
            <a:r>
              <a:rPr lang="en-US" sz="8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https://id.linkedin.com/in/fayoverlay</a:t>
            </a:r>
            <a:r>
              <a:rPr lang="en-US" sz="800" i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- 2025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D2062-3587-7929-F005-8CB4CC61B26A}"/>
              </a:ext>
            </a:extLst>
          </p:cNvPr>
          <p:cNvSpPr/>
          <p:nvPr/>
        </p:nvSpPr>
        <p:spPr>
          <a:xfrm>
            <a:off x="-69904" y="351766"/>
            <a:ext cx="2186957" cy="16320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80D81A-7CF6-7517-F8C8-8E0442B58513}"/>
              </a:ext>
            </a:extLst>
          </p:cNvPr>
          <p:cNvSpPr/>
          <p:nvPr/>
        </p:nvSpPr>
        <p:spPr>
          <a:xfrm>
            <a:off x="58366" y="433651"/>
            <a:ext cx="2186957" cy="170005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E8DD2A-5363-742D-F2A1-55FAC518CA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940" r="4940"/>
          <a:stretch/>
        </p:blipFill>
        <p:spPr>
          <a:xfrm>
            <a:off x="269724" y="247897"/>
            <a:ext cx="1668186" cy="1851076"/>
          </a:xfrm>
          <a:prstGeom prst="rect">
            <a:avLst/>
          </a:prstGeom>
          <a:noFill/>
          <a:ln w="31750" cmpd="sng">
            <a:solidFill>
              <a:schemeClr val="accent2">
                <a:lumMod val="75000"/>
              </a:schemeClr>
            </a:solidFill>
            <a:prstDash val="solid"/>
          </a:ln>
        </p:spPr>
      </p:pic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D1F1522-339A-F257-E3A7-FF9913A0EFA7}"/>
              </a:ext>
            </a:extLst>
          </p:cNvPr>
          <p:cNvSpPr/>
          <p:nvPr/>
        </p:nvSpPr>
        <p:spPr>
          <a:xfrm rot="10800000">
            <a:off x="6522344" y="2487752"/>
            <a:ext cx="306628" cy="331585"/>
          </a:xfrm>
          <a:prstGeom prst="triangle">
            <a:avLst>
              <a:gd name="adj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8A70C259-FDEE-F0E6-C5AF-8C14CE9D6AA6}"/>
              </a:ext>
            </a:extLst>
          </p:cNvPr>
          <p:cNvSpPr/>
          <p:nvPr/>
        </p:nvSpPr>
        <p:spPr>
          <a:xfrm rot="10800000">
            <a:off x="6530509" y="7459058"/>
            <a:ext cx="306628" cy="331585"/>
          </a:xfrm>
          <a:prstGeom prst="triangle">
            <a:avLst>
              <a:gd name="adj" fmla="val 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43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5E3C0-6847-F2C1-5ECE-6FA393C7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1">
            <a:extLst>
              <a:ext uri="{FF2B5EF4-FFF2-40B4-BE49-F238E27FC236}">
                <a16:creationId xmlns:a16="http://schemas.microsoft.com/office/drawing/2014/main" id="{BAC579BA-D8E3-9829-14E2-5A9069E6E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55" y="754745"/>
            <a:ext cx="6425690" cy="8941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2">
            <a:extLst>
              <a:ext uri="{FF2B5EF4-FFF2-40B4-BE49-F238E27FC236}">
                <a16:creationId xmlns:a16="http://schemas.microsoft.com/office/drawing/2014/main" id="{0D9F4125-9745-4CE0-3256-086B17691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532" y="278614"/>
            <a:ext cx="196893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ACADEMIC TRANSCRIPT</a:t>
            </a:r>
            <a:endParaRPr lang="en-US" altLang="en-US" sz="1200">
              <a:latin typeface="Open Sans" panose="020F0502020204030204" pitchFamily="34" charset="0"/>
              <a:ea typeface="Open Sans" panose="020F0502020204030204" pitchFamily="34" charset="0"/>
              <a:cs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47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E9E39-6DD1-CF66-CEBB-649E92B5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AB334715-B247-713E-EBC8-200095D24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78053" y="2399698"/>
            <a:ext cx="8248248" cy="5132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DCBB023C-7F9B-1233-912F-EC6E0519C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0505" y="225274"/>
            <a:ext cx="184796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ACADEMIC DIPLOMA</a:t>
            </a:r>
            <a:endParaRPr lang="en-US" altLang="en-US" sz="600" b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7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D01C0-07AC-275E-593E-0BBE30FB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A70F54-7C49-711F-C3CC-33C269B5C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803"/>
            <a:ext cx="6858000" cy="48488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408F78-3094-66B9-884B-5E9C7DDFF28F}"/>
              </a:ext>
            </a:extLst>
          </p:cNvPr>
          <p:cNvSpPr txBox="1"/>
          <p:nvPr/>
        </p:nvSpPr>
        <p:spPr>
          <a:xfrm>
            <a:off x="2305488" y="53089"/>
            <a:ext cx="224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EDUCATIONAL CERTIFICATE</a:t>
            </a:r>
          </a:p>
          <a:p>
            <a:pPr algn="ctr"/>
            <a:r>
              <a:rPr lang="en-US" sz="1200" b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DICODING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F5C0B-4B7A-331C-0FB9-2CB6342B0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8597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08760466-C323-EAE1-A387-364EEE1D1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64107"/>
            <a:ext cx="6858000" cy="484884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DC3BA0E-8A82-94C8-50D2-EB91E8F20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8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EBCFA-5660-F3E8-0062-6059E21F4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652A2E48-C083-5E71-88F8-5BB94DA54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745"/>
            <a:ext cx="6867978" cy="484884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2B13BC6-068C-ABB9-362C-2CF8E45F5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6799"/>
            <a:ext cx="687705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9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AEEA-B914-C66A-5923-04525410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72FF4BBD-6B5C-FBCE-FD9D-C300E5E5C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2"/>
            <a:ext cx="6858000" cy="4848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8456CD-C438-8597-E6B9-A03117F91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7156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39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19226B1-8D28-44E0-4337-2D3661CB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34" y="5057156"/>
            <a:ext cx="6875834" cy="4848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3206A5-E4B0-B345-8DE5-6DFBB3704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41" y="-23307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4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EDF3C-02A4-5F85-0554-D1C656A56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A9534F-6BF4-20BA-AA29-D8A687B94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-617"/>
            <a:ext cx="6858000" cy="484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43F96-6EAE-223B-FEFB-B444EFA9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5054127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59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DEC1-56E2-D817-08DD-462D67F4F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6690F0C-AF57-C937-B750-5EA8D6A2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" y="0"/>
            <a:ext cx="6858000" cy="48488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368B72-FC81-8840-A960-41BED0E4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" y="5050275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09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CE59-0538-DA19-C2F9-18DB0659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E89CB050-9917-82B3-FF30-9DC7DF62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74"/>
            <a:ext cx="6858000" cy="484884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2EED3E3-9917-39B1-9DB4-9D98003F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7156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BD01-7E5D-A1F9-EEE6-BE93BDCC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C98FDB09-F989-2EE7-7988-691A0A92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38313"/>
            <a:ext cx="6858000" cy="48488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71736F-0022-8416-428D-D62083C5A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88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C958-5F90-F37B-C944-2BC4A507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43610693-D512-8E01-AB29-EFF6E6E53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8"/>
            <a:ext cx="6858000" cy="48488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757A71-EAE0-DB71-1C8C-593BF2025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7765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70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9A103-D79D-B50A-16C7-607BE306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F740B683-5FA0-EE63-185B-193599296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08"/>
            <a:ext cx="6858000" cy="48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65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8F27-4AE6-0494-9BD2-93B74589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C29D8EF3-ADD9-0EE5-E7AF-DC13E8524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822698"/>
            <a:ext cx="3144032" cy="221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9CC55ABF-C51C-F96C-D573-B34B8CE2C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16" y="5822697"/>
            <a:ext cx="3137198" cy="221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93356977-732E-68B7-6C63-69B48F5F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52" y="1288602"/>
            <a:ext cx="6253191" cy="439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20">
            <a:extLst>
              <a:ext uri="{FF2B5EF4-FFF2-40B4-BE49-F238E27FC236}">
                <a16:creationId xmlns:a16="http://schemas.microsoft.com/office/drawing/2014/main" id="{71BFF11E-4544-FC5D-6FC4-ACDE0E93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553" y="441877"/>
            <a:ext cx="25389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843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en-US" altLang="en-US" sz="12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COMMUNICATION CERTIFICATE</a:t>
            </a:r>
          </a:p>
          <a:p>
            <a:pPr algn="ctr" defTabSz="914400"/>
            <a:r>
              <a:rPr lang="en-US" altLang="en-US" sz="1200" b="1" u="sng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 IBH</a:t>
            </a:r>
            <a:endParaRPr lang="en-US" altLang="en-US" sz="1200" b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826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347</Words>
  <Application>Microsoft Office PowerPoint</Application>
  <PresentationFormat>A4 Paper (210x297 mm)</PresentationFormat>
  <Paragraphs>105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Open Sans</vt:lpstr>
      <vt:lpstr>Script MT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 Overlay</dc:creator>
  <cp:lastModifiedBy>Fay Overlay</cp:lastModifiedBy>
  <cp:revision>22</cp:revision>
  <dcterms:created xsi:type="dcterms:W3CDTF">2025-08-06T15:15:46Z</dcterms:created>
  <dcterms:modified xsi:type="dcterms:W3CDTF">2025-09-17T21:29:31Z</dcterms:modified>
</cp:coreProperties>
</file>